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492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21808"/>
            <a:ext cx="12191695" cy="1536192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Consultancy Presentation Template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713232" y="23042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CE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Innovation Consulting Challenge: From Data to Strategic Decisions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614476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Name  |  Industry / Organization  |  Presenter Names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quickly tell the board what your team will cover.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problem and consultancy objectives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Dataset, analysis, modelling, and evidence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 proposal and final recommendations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validation and viva readiness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 min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Problem &amp; Consultancy Objectives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the real-world problem and why it matters to the organization.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background and organizational context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business or societal problem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affected by the problem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consultancy objectives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Landscape &amp; Research Gap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your approach is supported by literature and industry practice.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industry practices and statistical approaches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 from recent research papers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 and weaknesses of previous studies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gap and justification for your approach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Selection &amp; Understanding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the selected dataset is suitable for the consultancy problem.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source and public accessibility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and target outcome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quality, missing values, and outliers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dataset supports business decisions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Descriptive Analysis &amp; Initial Insights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the most important patterns in the dataset using simple visuals.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descriptive statistics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graphs and patterns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business insights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management can learn from the data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Statistical Inference Evidence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hypothesis testing to support business decisions with evidence.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questions and hypotheses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tests and justification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statistical results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implication for the organization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Statistical Modelling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models used and why they are suitable for the problem.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 and justification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models compared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performance and assumptions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model for organizational use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Design Evaluation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how future experiments could improve decision-making.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use of CRD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use of RCBD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Advantages, limitations, and feasibility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experiments can support future decisions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CRD / RCBD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PCA Evaluation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Critically discuss whether PCA is useful for your dataset.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for dimensionality reduction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advantages of PCA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and risks of PCA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on predictive modelling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Bayesian Statistical Methods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whether Bayesian approaches are useful for this case.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Naïve Bayes applicability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Bayesian regression applicability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Bayesian decision-making value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Bayesian methods may be better or weaker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Bayes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Series Extension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the project could be extended if time-dependent data were available.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analysis opportunities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analysis opportunities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 and ARIMA use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business benefits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Innovation Proposal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one practical data-driven solution for the organization.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need addressed by the solution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framework or dashboard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benefits and required resources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challenges and organizational impact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Innovation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Expert Validation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real professional feedback shaped your final recommendations.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profile and consultation method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feedback received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made after expert feedback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summary, email, form, or meeting proof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Consultancy Recommendations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clear recommendations for senior management.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" y="2295144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recommendations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50392" y="2971800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recommendations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0392" y="3648456"/>
            <a:ext cx="173736" cy="1737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management and ethical considerations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0392" y="4325112"/>
            <a:ext cx="173736" cy="1737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research and next steps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55480" y="2084832"/>
            <a:ext cx="1920240" cy="1920240"/>
          </a:xfrm>
          <a:prstGeom prst="rect">
            <a:avLst/>
          </a:prstGeom>
          <a:solidFill>
            <a:srgbClr val="E8F6F3"/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Widescreen</PresentationFormat>
  <Paragraphs>159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Consultancy Presentation Template</dc:title>
  <dc:subject>IT3081 Statistical Modelling Group Assignment Presentation Template</dc:subject>
  <dc:creator>OpenAI</dc:creator>
  <cp:lastModifiedBy>Samadhi Rathnayake</cp:lastModifiedBy>
  <cp:revision>2</cp:revision>
  <dcterms:created xsi:type="dcterms:W3CDTF">2026-09-18T08:28:20Z</dcterms:created>
  <dcterms:modified xsi:type="dcterms:W3CDTF">2026-09-18T09:03:21Z</dcterms:modified>
</cp:coreProperties>
</file>